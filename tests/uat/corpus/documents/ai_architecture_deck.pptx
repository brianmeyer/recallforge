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Multimodal AI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the Future of Memory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Embedding Layer: Qwen3-VL maps text, images, video to shared 2048-dim space</a:t>
            </a:r>
          </a:p>
          <a:p>
            <a:r>
              <a:t>• Retrieval Layer: Hybrid BM25 + vector search with RRF fusion</a:t>
            </a:r>
          </a:p>
          <a:p>
            <a:r>
              <a:t>• Reranking Layer: VL cross-encoder for precision scoring</a:t>
            </a:r>
          </a:p>
          <a:p>
            <a:r>
              <a:t>• Storage Layer: LanceDB with FTS index for keyword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Text R@1: 85%, Image R@1: 40%+ with reranker</a:t>
            </a:r>
          </a:p>
          <a:p>
            <a:r>
              <a:t>• Embedding: ~15ms, Reranker: ~170ms text, ~4s VL</a:t>
            </a:r>
          </a:p>
          <a:p>
            <a:r>
              <a:t>• Peak memory: 3.0GB on Apple Silicon M4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