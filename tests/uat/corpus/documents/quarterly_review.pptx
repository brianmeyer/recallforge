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2026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Defense AI Studio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contract value: $38M across 12 programs</a:t>
            </a:r>
          </a:p>
          <a:p>
            <a:r>
              <a:t>• Active: 47 engineers, 8 PMs</a:t>
            </a:r>
          </a:p>
          <a:p>
            <a:r>
              <a:t>• Deliverables: autonomous planning, sensor fusion, edge inference</a:t>
            </a:r>
          </a:p>
          <a:p>
            <a:r>
              <a:t>• Customer satisfaction: 4.7/5.0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